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6280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2654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7613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488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2423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64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7382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570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92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6282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1296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6677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62539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59891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5387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4236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690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058E7FE3-1698-40CD-B987-742CA7C58AD7}" type="datetimeFigureOut">
              <a:rPr lang="hu-HU" smtClean="0"/>
              <a:t>2026. 03. 20.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82C62E8C-B6D0-404A-ADB2-A6347EE028E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43600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2EB78B-E187-4022-89AF-D28F1E1DA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981267" cy="965201"/>
          </a:xfrm>
        </p:spPr>
        <p:txBody>
          <a:bodyPr>
            <a:noAutofit/>
          </a:bodyPr>
          <a:lstStyle/>
          <a:p>
            <a:r>
              <a:rPr lang="hu-HU" sz="6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KőművesGoston</a:t>
            </a:r>
            <a:r>
              <a:rPr lang="hu-HU" sz="6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K.F.T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42892E0-3FC7-4A50-BDDE-028C8348EF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8612" y="965201"/>
            <a:ext cx="6165321" cy="482601"/>
          </a:xfrm>
        </p:spPr>
        <p:txBody>
          <a:bodyPr>
            <a:normAutofit/>
          </a:bodyPr>
          <a:lstStyle/>
          <a:p>
            <a:pPr algn="l"/>
            <a:r>
              <a:rPr lang="hu-HU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Készítette: Csonnó Bálint, Szabó Ágoston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5F81A07-F246-489C-A73A-65438DD614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2038" y="2942442"/>
            <a:ext cx="3509962" cy="3915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29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3C6DE31B-2E10-4147-8761-F5462F7CB5B7}"/>
              </a:ext>
            </a:extLst>
          </p:cNvPr>
          <p:cNvSpPr txBox="1"/>
          <p:nvPr/>
        </p:nvSpPr>
        <p:spPr>
          <a:xfrm>
            <a:off x="0" y="0"/>
            <a:ext cx="75946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Munkamegoszlás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7B36FDED-E9CC-4B52-B5D8-62B1DC174EAA}"/>
              </a:ext>
            </a:extLst>
          </p:cNvPr>
          <p:cNvSpPr txBox="1"/>
          <p:nvPr/>
        </p:nvSpPr>
        <p:spPr>
          <a:xfrm>
            <a:off x="381000" y="861774"/>
            <a:ext cx="11116733" cy="1585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Ágoston:</a:t>
            </a:r>
            <a:r>
              <a:rPr lang="hu-HU" dirty="0"/>
              <a:t> </a:t>
            </a:r>
          </a:p>
          <a:p>
            <a:r>
              <a:rPr lang="hu-HU" dirty="0"/>
              <a:t>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-Cég foglalkozása, logója, neve kitalálása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-A weboldal kinézetének kigondolása, megtervezése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excalidrawban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-Képek generálása, ötletelés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-A weboldal alapjának elkészítése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021CCC9D-2BA9-494E-9EE1-BCD7DDB820A0}"/>
              </a:ext>
            </a:extLst>
          </p:cNvPr>
          <p:cNvSpPr txBox="1"/>
          <p:nvPr/>
        </p:nvSpPr>
        <p:spPr>
          <a:xfrm>
            <a:off x="381000" y="2446823"/>
            <a:ext cx="8991600" cy="1308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Bálint:</a:t>
            </a:r>
          </a:p>
          <a:p>
            <a:r>
              <a:rPr lang="hu-HU" dirty="0"/>
              <a:t>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-HTML, CSS nagy részének elkészítése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-Ötletelés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Reszponzivitás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megoldása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DD7105F-A5CD-4454-A99E-4C2962A325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825" y="2281767"/>
            <a:ext cx="554355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73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B9DA5C60-DB12-4569-98FB-7D31ED584B59}"/>
              </a:ext>
            </a:extLst>
          </p:cNvPr>
          <p:cNvSpPr txBox="1"/>
          <p:nvPr/>
        </p:nvSpPr>
        <p:spPr>
          <a:xfrm>
            <a:off x="0" y="0"/>
            <a:ext cx="83566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Dokumentáció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8E95A2E8-AA58-4285-A1D6-4DA50819A5E5}"/>
              </a:ext>
            </a:extLst>
          </p:cNvPr>
          <p:cNvSpPr txBox="1"/>
          <p:nvPr/>
        </p:nvSpPr>
        <p:spPr>
          <a:xfrm>
            <a:off x="461433" y="861774"/>
            <a:ext cx="11269133" cy="34624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hu-HU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hét: </a:t>
            </a:r>
          </a:p>
          <a:p>
            <a:r>
              <a:rPr lang="hu-HU" dirty="0"/>
              <a:t>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cég nevének, logójának kigondolása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-A weboldal kinézetének  elképzelése, megalkotása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excalidrawban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-Színpaletta kigondolása, színkódok megszerzése</a:t>
            </a:r>
          </a:p>
          <a:p>
            <a:r>
              <a:rPr lang="hu-HU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hét:</a:t>
            </a:r>
          </a:p>
          <a:p>
            <a:r>
              <a:rPr lang="hu-HU" dirty="0"/>
              <a:t>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-Kódolás megkezdése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-Weboldal alapjának elkészítése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-Képek, szövegek generálása</a:t>
            </a:r>
          </a:p>
          <a:p>
            <a:r>
              <a:rPr lang="hu-HU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hét:</a:t>
            </a:r>
          </a:p>
          <a:p>
            <a:r>
              <a:rPr lang="hu-HU" dirty="0"/>
              <a:t>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-Kódolás befejezése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-Dokumentáció, prezentáció elkészítése</a:t>
            </a:r>
          </a:p>
        </p:txBody>
      </p:sp>
    </p:spTree>
    <p:extLst>
      <p:ext uri="{BB962C8B-B14F-4D97-AF65-F5344CB8AC3E}">
        <p14:creationId xmlns:p14="http://schemas.microsoft.com/office/powerpoint/2010/main" val="2418571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zita">
  <a:themeElements>
    <a:clrScheme name="Szit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zit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zit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TM03457485[[fn=Szita]]</Template>
  <TotalTime>0</TotalTime>
  <Words>123</Words>
  <Application>Microsoft Office PowerPoint</Application>
  <PresentationFormat>Szélesvásznú</PresentationFormat>
  <Paragraphs>24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Times New Roman</vt:lpstr>
      <vt:lpstr>Szita</vt:lpstr>
      <vt:lpstr>KőművesGoston K.F.T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KőművesGoston K.F.T</dc:title>
  <dc:creator>Csonnó Bálint</dc:creator>
  <cp:lastModifiedBy>Csonnó Bálint</cp:lastModifiedBy>
  <cp:revision>3</cp:revision>
  <dcterms:created xsi:type="dcterms:W3CDTF">2026-03-20T11:07:05Z</dcterms:created>
  <dcterms:modified xsi:type="dcterms:W3CDTF">2026-03-20T11:26:47Z</dcterms:modified>
</cp:coreProperties>
</file>