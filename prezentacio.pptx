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7FE3-1698-40CD-B987-742CA7C58AD7}" type="datetimeFigureOut">
              <a:rPr lang="hu-HU" smtClean="0"/>
              <a:t>2026. 03. 27.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2E8C-B6D0-404A-ADB2-A6347EE028E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6280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7FE3-1698-40CD-B987-742CA7C58AD7}" type="datetimeFigureOut">
              <a:rPr lang="hu-HU" smtClean="0"/>
              <a:t>2026. 03. 27.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2E8C-B6D0-404A-ADB2-A6347EE028E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2654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7FE3-1698-40CD-B987-742CA7C58AD7}" type="datetimeFigureOut">
              <a:rPr lang="hu-HU" smtClean="0"/>
              <a:t>2026. 03. 27.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2E8C-B6D0-404A-ADB2-A6347EE028E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2761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7FE3-1698-40CD-B987-742CA7C58AD7}" type="datetimeFigureOut">
              <a:rPr lang="hu-HU" smtClean="0"/>
              <a:t>2026. 03. 27.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2E8C-B6D0-404A-ADB2-A6347EE028E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4889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7FE3-1698-40CD-B987-742CA7C58AD7}" type="datetimeFigureOut">
              <a:rPr lang="hu-HU" smtClean="0"/>
              <a:t>2026. 03. 27.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2E8C-B6D0-404A-ADB2-A6347EE028E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2423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7FE3-1698-40CD-B987-742CA7C58AD7}" type="datetimeFigureOut">
              <a:rPr lang="hu-HU" smtClean="0"/>
              <a:t>2026. 03. 27.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2E8C-B6D0-404A-ADB2-A6347EE028E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648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7FE3-1698-40CD-B987-742CA7C58AD7}" type="datetimeFigureOut">
              <a:rPr lang="hu-HU" smtClean="0"/>
              <a:t>2026. 03. 27.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2E8C-B6D0-404A-ADB2-A6347EE028E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7382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7FE3-1698-40CD-B987-742CA7C58AD7}" type="datetimeFigureOut">
              <a:rPr lang="hu-HU" smtClean="0"/>
              <a:t>2026. 03. 27.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2E8C-B6D0-404A-ADB2-A6347EE028E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65706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058E7FE3-1698-40CD-B987-742CA7C58AD7}" type="datetimeFigureOut">
              <a:rPr lang="hu-HU" smtClean="0"/>
              <a:t>2026. 03. 27.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82C62E8C-B6D0-404A-ADB2-A6347EE028E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9269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7FE3-1698-40CD-B987-742CA7C58AD7}" type="datetimeFigureOut">
              <a:rPr lang="hu-HU" smtClean="0"/>
              <a:t>2026. 03. 27.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2E8C-B6D0-404A-ADB2-A6347EE028E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36282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7FE3-1698-40CD-B987-742CA7C58AD7}" type="datetimeFigureOut">
              <a:rPr lang="hu-HU" smtClean="0"/>
              <a:t>2026. 03. 27.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2E8C-B6D0-404A-ADB2-A6347EE028E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1296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7FE3-1698-40CD-B987-742CA7C58AD7}" type="datetimeFigureOut">
              <a:rPr lang="hu-HU" smtClean="0"/>
              <a:t>2026. 03. 27.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2E8C-B6D0-404A-ADB2-A6347EE028E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6677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7FE3-1698-40CD-B987-742CA7C58AD7}" type="datetimeFigureOut">
              <a:rPr lang="hu-HU" smtClean="0"/>
              <a:t>2026. 03. 27.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2E8C-B6D0-404A-ADB2-A6347EE028E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6253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7FE3-1698-40CD-B987-742CA7C58AD7}" type="datetimeFigureOut">
              <a:rPr lang="hu-HU" smtClean="0"/>
              <a:t>2026. 03. 27.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2E8C-B6D0-404A-ADB2-A6347EE028E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59891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7FE3-1698-40CD-B987-742CA7C58AD7}" type="datetimeFigureOut">
              <a:rPr lang="hu-HU" smtClean="0"/>
              <a:t>2026. 03. 27.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2E8C-B6D0-404A-ADB2-A6347EE028E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5387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7FE3-1698-40CD-B987-742CA7C58AD7}" type="datetimeFigureOut">
              <a:rPr lang="hu-HU" smtClean="0"/>
              <a:t>2026. 03. 27.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2E8C-B6D0-404A-ADB2-A6347EE028E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42364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7FE3-1698-40CD-B987-742CA7C58AD7}" type="datetimeFigureOut">
              <a:rPr lang="hu-HU" smtClean="0"/>
              <a:t>2026. 03. 27.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2E8C-B6D0-404A-ADB2-A6347EE028E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6904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058E7FE3-1698-40CD-B987-742CA7C58AD7}" type="datetimeFigureOut">
              <a:rPr lang="hu-HU" smtClean="0"/>
              <a:t>2026. 03. 27.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2C62E8C-B6D0-404A-ADB2-A6347EE028E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643600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B2EB78B-E187-4022-89AF-D28F1E1DA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066"/>
            <a:ext cx="10981267" cy="965201"/>
          </a:xfrm>
        </p:spPr>
        <p:txBody>
          <a:bodyPr>
            <a:noAutofit/>
          </a:bodyPr>
          <a:lstStyle/>
          <a:p>
            <a:r>
              <a:rPr lang="hu-HU" sz="6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KőművesGoston</a:t>
            </a:r>
            <a:r>
              <a:rPr lang="hu-HU" sz="6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K.F.T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42892E0-3FC7-4A50-BDDE-028C8348E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612" y="965201"/>
            <a:ext cx="6165321" cy="482601"/>
          </a:xfrm>
        </p:spPr>
        <p:txBody>
          <a:bodyPr>
            <a:normAutofit/>
          </a:bodyPr>
          <a:lstStyle/>
          <a:p>
            <a:pPr algn="l"/>
            <a:r>
              <a:rPr lang="hu-HU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Készítette: Csonnó Bálint, Szabó Ágoston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5F81A07-F246-489C-A73A-65438DD61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038" y="2942442"/>
            <a:ext cx="3509962" cy="391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32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3C6DE31B-2E10-4147-8761-F5462F7CB5B7}"/>
              </a:ext>
            </a:extLst>
          </p:cNvPr>
          <p:cNvSpPr txBox="1"/>
          <p:nvPr/>
        </p:nvSpPr>
        <p:spPr>
          <a:xfrm>
            <a:off x="0" y="0"/>
            <a:ext cx="7594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Munkamegoszlás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7B36FDED-E9CC-4B52-B5D8-62B1DC174EAA}"/>
              </a:ext>
            </a:extLst>
          </p:cNvPr>
          <p:cNvSpPr txBox="1"/>
          <p:nvPr/>
        </p:nvSpPr>
        <p:spPr>
          <a:xfrm>
            <a:off x="381000" y="861774"/>
            <a:ext cx="11116733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Ágoston:</a:t>
            </a:r>
            <a:r>
              <a:rPr lang="hu-HU" dirty="0"/>
              <a:t> </a:t>
            </a:r>
          </a:p>
          <a:p>
            <a:r>
              <a:rPr lang="hu-HU" dirty="0"/>
              <a:t>	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-Cég foglalkozása, logója, neve kitalálása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-A weboldal kinézetének kigondolása, megtervezése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excalidrawban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-Képek generálása, ötletelés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-A weboldal alapjának elkészítése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021CCC9D-2BA9-494E-9EE1-BCD7DDB820A0}"/>
              </a:ext>
            </a:extLst>
          </p:cNvPr>
          <p:cNvSpPr txBox="1"/>
          <p:nvPr/>
        </p:nvSpPr>
        <p:spPr>
          <a:xfrm>
            <a:off x="381000" y="2446823"/>
            <a:ext cx="8991600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Bálint:</a:t>
            </a:r>
          </a:p>
          <a:p>
            <a:r>
              <a:rPr lang="hu-HU" dirty="0"/>
              <a:t>	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-HTML, CSS nagy részének elkészítése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-Ötletelés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Reszponzivitás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megoldása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DD7105F-A5CD-4454-A99E-4C2962A32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825" y="2281767"/>
            <a:ext cx="55435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373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B9DA5C60-DB12-4569-98FB-7D31ED584B59}"/>
              </a:ext>
            </a:extLst>
          </p:cNvPr>
          <p:cNvSpPr txBox="1"/>
          <p:nvPr/>
        </p:nvSpPr>
        <p:spPr>
          <a:xfrm>
            <a:off x="0" y="0"/>
            <a:ext cx="8356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Dokumentáció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8E95A2E8-AA58-4285-A1D6-4DA50819A5E5}"/>
              </a:ext>
            </a:extLst>
          </p:cNvPr>
          <p:cNvSpPr txBox="1"/>
          <p:nvPr/>
        </p:nvSpPr>
        <p:spPr>
          <a:xfrm>
            <a:off x="461433" y="861774"/>
            <a:ext cx="11269133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hu-HU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hét: </a:t>
            </a:r>
          </a:p>
          <a:p>
            <a:r>
              <a:rPr lang="hu-HU" dirty="0"/>
              <a:t>	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 cég nevének, logójának kigondolása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-A weboldal kinézetének  elképzelése, megalkotása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excalidrawban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-Színpaletta kigondolása, színkódok megszerzése</a:t>
            </a:r>
          </a:p>
          <a:p>
            <a:r>
              <a:rPr lang="hu-HU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hét:</a:t>
            </a:r>
          </a:p>
          <a:p>
            <a:r>
              <a:rPr lang="hu-HU" dirty="0"/>
              <a:t>	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-Kódolás megkezdése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-Weboldal alapjának elkészítése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-Képek, szövegek generálása</a:t>
            </a:r>
          </a:p>
          <a:p>
            <a:r>
              <a:rPr lang="hu-HU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hét:</a:t>
            </a:r>
          </a:p>
          <a:p>
            <a:r>
              <a:rPr lang="hu-HU" dirty="0"/>
              <a:t>	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-Kódolás befejezése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-Dokumentáció, prezentáció elkezdése</a:t>
            </a:r>
          </a:p>
          <a:p>
            <a:r>
              <a:rPr lang="hu-HU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hét: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-Dokumentáció, prezentáció befejezése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D9492A4-0755-4B00-8C38-38F187AA7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050" y="1052446"/>
            <a:ext cx="4686300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7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52B3E699-F8D5-4682-93CA-7379E24A3666}"/>
              </a:ext>
            </a:extLst>
          </p:cNvPr>
          <p:cNvSpPr txBox="1"/>
          <p:nvPr/>
        </p:nvSpPr>
        <p:spPr>
          <a:xfrm>
            <a:off x="0" y="-59267"/>
            <a:ext cx="57234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Használt szoftverek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DAC6CE00-CE2F-4BB7-914B-A4CC4EF406C1}"/>
              </a:ext>
            </a:extLst>
          </p:cNvPr>
          <p:cNvSpPr txBox="1"/>
          <p:nvPr/>
        </p:nvSpPr>
        <p:spPr>
          <a:xfrm>
            <a:off x="524932" y="802507"/>
            <a:ext cx="10456335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hu-HU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/>
              <a:t>	-A weboldal tartalmainak tárolása, hogy más gépekről is elérhetőek legyenek</a:t>
            </a:r>
          </a:p>
          <a:p>
            <a:r>
              <a:rPr lang="hu-HU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lang="hu-HU" sz="2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hu-HU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/>
              <a:t>	-A weboldal kódolása (HTML, CSS)</a:t>
            </a:r>
          </a:p>
          <a:p>
            <a:r>
              <a:rPr lang="hu-HU" sz="2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Excalidraw</a:t>
            </a:r>
            <a:endParaRPr lang="hu-HU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/>
              <a:t>	-A weboldal megtervezése</a:t>
            </a:r>
          </a:p>
          <a:p>
            <a:r>
              <a:rPr lang="hu-HU" sz="2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hu-HU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remover</a:t>
            </a:r>
            <a:endParaRPr lang="hu-HU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/>
              <a:t>	-A prezentáció és a weboldal képeinek hátterének eltávolítása</a:t>
            </a:r>
          </a:p>
          <a:p>
            <a:r>
              <a:rPr lang="hu-HU" sz="2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Copilot</a:t>
            </a:r>
            <a:endParaRPr lang="hu-HU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/>
              <a:t>	-Szöveg-, és képgenerálás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AA466D1-F811-4FAB-88C0-58B271D07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849" y="2502972"/>
            <a:ext cx="3219350" cy="316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06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DD238E23-0B2C-4EA6-8CAC-FC2AC9A12AFB}"/>
              </a:ext>
            </a:extLst>
          </p:cNvPr>
          <p:cNvSpPr txBox="1"/>
          <p:nvPr/>
        </p:nvSpPr>
        <p:spPr>
          <a:xfrm>
            <a:off x="0" y="0"/>
            <a:ext cx="80348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Miért válasszon minket?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9E63558D-292B-487D-9DCC-3E34125030F4}"/>
              </a:ext>
            </a:extLst>
          </p:cNvPr>
          <p:cNvSpPr txBox="1"/>
          <p:nvPr/>
        </p:nvSpPr>
        <p:spPr>
          <a:xfrm>
            <a:off x="356713" y="843015"/>
            <a:ext cx="75077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 olyan kőműves csapatot keres, amelyre valóban rábízhatja otthonát, vállalkozását vagy bármilyen építési projektjét, akkor a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KőművesGoston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Kft. a legjobb döntés. Nem csak dolgozunk - értéket teremtünk, minőséget adunk, és hosszú távú bizalmat építünk.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D41E1369-A13C-4391-83C5-D686D675F6A0}"/>
              </a:ext>
            </a:extLst>
          </p:cNvPr>
          <p:cNvSpPr txBox="1"/>
          <p:nvPr/>
        </p:nvSpPr>
        <p:spPr>
          <a:xfrm>
            <a:off x="356713" y="2121612"/>
            <a:ext cx="11277600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kínálunk?</a:t>
            </a:r>
          </a:p>
          <a:p>
            <a:endParaRPr lang="hu-HU" dirty="0"/>
          </a:p>
          <a:p>
            <a:pPr>
              <a:buFont typeface="Arial" panose="020B0604020202020204" pitchFamily="34" charset="0"/>
              <a:buChar char="•"/>
            </a:pPr>
            <a:r>
              <a:rPr lang="hu-H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Több éves szakmai tapasztalat - nálunk a rutin és a modern technológia kéz a kézben jár.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Precíz, igényes kivitelezés - minden munkánk mögött ott áll a szakmai alázat és a részletek iránti figyelem.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Megbízhatóság és pontosság - tartjuk a határidőt, tartjuk a </a:t>
            </a:r>
            <a:r>
              <a:rPr lang="hu-HU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szavunkat</a:t>
            </a:r>
            <a:r>
              <a:rPr lang="hu-H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Korrekt árak, átlátható ajánlatok - nincsenek rejtett költségek, csak tiszta, egyenes kommunikáció.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Rugalmas hozzáállás - legyen szó kisebb javításról vagy teljes körű felújításról, minden projektet ugyanolyan komolyan veszünk.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u-HU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9FD4A4C0-76B2-4E3E-95F7-5EBAF92B1C18}"/>
              </a:ext>
            </a:extLst>
          </p:cNvPr>
          <p:cNvSpPr txBox="1"/>
          <p:nvPr/>
        </p:nvSpPr>
        <p:spPr>
          <a:xfrm>
            <a:off x="1232344" y="5391484"/>
            <a:ext cx="104019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KőművesGoston</a:t>
            </a:r>
            <a:r>
              <a:rPr lang="hu-HU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Kft. - ahol a minőség nem extra, hanem alap!</a:t>
            </a:r>
            <a:r>
              <a:rPr lang="hu-HU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FD7DF2D0-75AD-4C37-BC76-496A708B8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0770" y="-78830"/>
            <a:ext cx="3247229" cy="324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79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A8DC394D-9ECD-413E-A5D0-7DBBFE824DAD}"/>
              </a:ext>
            </a:extLst>
          </p:cNvPr>
          <p:cNvSpPr txBox="1"/>
          <p:nvPr/>
        </p:nvSpPr>
        <p:spPr>
          <a:xfrm>
            <a:off x="0" y="0"/>
            <a:ext cx="6731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 oldal bemutatása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C255EF36-8689-43FE-BA54-87831A9898A4}"/>
              </a:ext>
            </a:extLst>
          </p:cNvPr>
          <p:cNvSpPr txBox="1"/>
          <p:nvPr/>
        </p:nvSpPr>
        <p:spPr>
          <a:xfrm>
            <a:off x="279401" y="861774"/>
            <a:ext cx="906780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weboldal fejlécében a bal oldalon található a cég logója, a jobb oldalon a cég neve.</a:t>
            </a:r>
          </a:p>
          <a:p>
            <a:r>
              <a:rPr lang="hu-H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fejléc alatt található egy bemutatkozás című kártya, amely tartalmaz egy profilképet és egy rövid bemutatkozást.</a:t>
            </a:r>
          </a:p>
          <a:p>
            <a:r>
              <a:rPr lang="hu-H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bemutatkozás után található  a cég 3 legfőbb szolgáltatása, azoknak kezdőárai.</a:t>
            </a:r>
          </a:p>
          <a:p>
            <a:r>
              <a:rPr lang="hu-H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szolgáltatások alatt találhatóak a vélemények és a kapcsolatfelvétel szekció</a:t>
            </a:r>
          </a:p>
          <a:p>
            <a:r>
              <a:rPr lang="hu-H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oldal láblécében Copyright jogok vannak.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BA46A09-1E89-4FFF-A1D7-CB3FFFDC4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1" y="3200401"/>
            <a:ext cx="5418667" cy="3312228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86A641C6-BCEA-47C5-8ED1-D96CBB534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733" y="3200401"/>
            <a:ext cx="5418668" cy="324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0B1135DE-56A0-41A5-B8BC-56BE0221CD76}"/>
              </a:ext>
            </a:extLst>
          </p:cNvPr>
          <p:cNvSpPr txBox="1"/>
          <p:nvPr/>
        </p:nvSpPr>
        <p:spPr>
          <a:xfrm>
            <a:off x="2523066" y="103426"/>
            <a:ext cx="71458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Köszönjük a figyelmet!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61CA9C3C-3087-4A04-A529-C2B1DB878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357" y="1624686"/>
            <a:ext cx="5404909" cy="426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506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zita">
  <a:themeElements>
    <a:clrScheme name="Szit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Szit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zit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TM03457485[[fn=Szita]]</Template>
  <TotalTime>0</TotalTime>
  <Words>403</Words>
  <Application>Microsoft Office PowerPoint</Application>
  <PresentationFormat>Szélesvásznú</PresentationFormat>
  <Paragraphs>54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Times New Roman</vt:lpstr>
      <vt:lpstr>Szita</vt:lpstr>
      <vt:lpstr>KőművesGoston K.F.T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KőművesGoston K.F.T</dc:title>
  <dc:creator>Csonnó Bálint</dc:creator>
  <cp:lastModifiedBy>Csonnó Bálint</cp:lastModifiedBy>
  <cp:revision>20</cp:revision>
  <dcterms:created xsi:type="dcterms:W3CDTF">2026-03-20T11:07:05Z</dcterms:created>
  <dcterms:modified xsi:type="dcterms:W3CDTF">2026-03-27T11:20:17Z</dcterms:modified>
</cp:coreProperties>
</file>